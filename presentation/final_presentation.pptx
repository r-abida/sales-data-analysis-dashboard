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DATA ANALYSIS INTERNSHIP MINI PROJECT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</a:defRPr>
            </a:pPr>
            <a:r>
              <a:t>Sales Data Analysis Dashboard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Sales Performance, Regional Breakdown &amp; Executive Business Insights</a:t>
            </a:r>
          </a:p>
          <a:p>
            <a:pPr>
              <a:spcBef>
                <a:spcPts val="2400"/>
              </a:spcBef>
              <a:defRPr sz="1200">
                <a:solidFill>
                  <a:srgbClr val="38BDF8"/>
                </a:solidFill>
              </a:defRPr>
            </a:pPr>
            <a:r>
              <a:t>Tools: Python (Pandas, NumPy, Matplotlib, Seaborn) | Power BI | Web Dashboard | Excel</a:t>
            </a:r>
            <a:br/>
            <a:r>
              <a:t>Dataset: 9,994 Verified Actual Records (2014 - 2017) | 100% Authentic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Objectives &amp; 2-Week Workflow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WEEK 1: Understanding, Cleaning &amp; Analysis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Dataset Discovery: Selected authentic Superstore dataset (9,994 records).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Data Quality Check: Verified 0 null values, 0 duplicate rows.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Data Cleaning: Standardized date formats to ISO YYYY-MM-DD.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Type Casting: Formatted postal codes as 5-digit strings.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Feature Engineering: Added Order Year, Month, Year-Month, Shipping Days, and Unit Price.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KPI Calculation: Computed Total Sales, Orders, Quantity, AOV, Customer &amp; Product counts.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Data Export: Generated cleaned_sales_dataset.xlsx and .csv.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WEEK 2: Visualization, Dashboard &amp; Finalization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Visualization Suite: Designed 6 publication-quality charts using Matplotlib &amp; Seaborn.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Sales Trend: Evaluated continuous monthly sales trajectory &amp; 4-year seasonality.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Interactive Web Dashboard: Built live HTML5/JS dashboard with real-time filtering &amp; recalculation.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Power BI File: Delivered sales_analysis_dashboard.pbix with complete data model.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Business Insights: Formulated 7 evidence-based strategic insights.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Formal Documentation: Authored 14-section formal report in MD and HTML formats.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Final Presentation: Prepared executive slide deck and GitHub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Sales KPIs &amp; Business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TOTAL SALES</a:t>
            </a:r>
          </a:p>
          <a:p>
            <a:pPr>
              <a:spcBef>
                <a:spcPts val="600"/>
              </a:spcBef>
              <a:defRPr sz="2000" b="1">
                <a:solidFill>
                  <a:srgbClr val="38BDF8"/>
                </a:solidFill>
              </a:defRPr>
            </a:pPr>
            <a:r>
              <a:t>$2,297,200.65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9,994 verified line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600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TOTAL ORDERS</a:t>
            </a:r>
          </a:p>
          <a:p>
            <a:pPr>
              <a:spcBef>
                <a:spcPts val="600"/>
              </a:spcBef>
              <a:defRPr sz="2000" b="1">
                <a:solidFill>
                  <a:srgbClr val="10B981"/>
                </a:solidFill>
              </a:defRPr>
            </a:pPr>
            <a:r>
              <a:t>5,009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Unique customer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TOTAL QUANTITY</a:t>
            </a:r>
          </a:p>
          <a:p>
            <a:pPr>
              <a:spcBef>
                <a:spcPts val="600"/>
              </a:spcBef>
              <a:defRPr sz="2000" b="1">
                <a:solidFill>
                  <a:srgbClr val="F59E0B"/>
                </a:solidFill>
              </a:defRPr>
            </a:pPr>
            <a:r>
              <a:t>37,873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Physical units shipped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AVERAGE ORDER VALUE</a:t>
            </a:r>
          </a:p>
          <a:p>
            <a:pPr>
              <a:spcBef>
                <a:spcPts val="600"/>
              </a:spcBef>
              <a:defRPr sz="2000" b="1">
                <a:solidFill>
                  <a:srgbClr val="C084FC"/>
                </a:solidFill>
              </a:defRPr>
            </a:pPr>
            <a:r>
              <a:t>$458.61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Revenue per unique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Secondary Performance Dimensions &amp; Portfolio Metrics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Unique Customers: 793 enterprise &amp; consumer accounts across 49 states.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Catalog Size: 1,862 distinct products across 3 categories (Technology, Furniture, Office Supplies).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Average Line Item Value: $229.86 per item | Average Basket Size: 7.56 units per order.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Total Net Profit: $286,396.54 | Overall Net Operating Margin: 12.47%.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Monthly Sales Trajectory &amp; Seasonality Analysis</a:t>
            </a:r>
          </a:p>
        </p:txBody>
      </p:sp>
      <p:pic>
        <p:nvPicPr>
          <p:cNvPr id="5" name="Picture 4" descr="01_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Trajectory Insights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All-Time Peak: November 2017 achieved $118,447.80 across 261 distinct customer orders.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Lowest Slump: February 2014 recorded only $4,519.92 during the earliest recorded period.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Monthly Baseline: Average monthly revenue stands at $47,858.35 across 48 months.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Compounded Growth: Annual revenue expanded by 51.4% from 2014 ($484K) to 2017 ($733K).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Q4 Seasonality: Each year experiences a consistent holiday surge between September and December.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Regional Sales Distribution &amp; Geographic Market Share</a:t>
            </a:r>
          </a:p>
        </p:txBody>
      </p:sp>
      <p:pic>
        <p:nvPicPr>
          <p:cNvPr id="5" name="Picture 4" descr="02_region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Territorial Performance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West Region (Market Leader): Generated $725,457.76 (31.58% share) across 1,611 orders.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East Region: Generated $678,781.30 (29.55% share) across 1,401 orders.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Coastal Dominance: West and East combined account for 61.13% ($1.40M) of national sales.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Central Region: Generated $501,239.76 (21.82% share) across 1,175 orders.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South Region: Lagged with $391,721.83 (17.05% share) across 822 orders, representing prime expansion territory.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 Category Share &amp; Top 10 Best-Sellers</a:t>
            </a:r>
          </a:p>
        </p:txBody>
      </p:sp>
      <p:pic>
        <p:nvPicPr>
          <p:cNvPr id="5" name="Picture 4" descr="04_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846320"/>
          </a:xfrm>
          <a:prstGeom prst="rect">
            <a:avLst/>
          </a:prstGeom>
        </p:spPr>
      </p:pic>
      <p:pic>
        <p:nvPicPr>
          <p:cNvPr id="6" name="Picture 5" descr="03_top_10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 Interactive Sales Dashboard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Power BI Dashboard (.pbix)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File: dashboard/sales_analysis_dashboard.pbix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Layout: Title bar, Date range, Slicers, KPI cards, Trend chart, Regional map/bars.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Data Model: Relational structure with star-schema modeling.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DAX Measures: Pre-computed measures for Total Sales, Orders, Qty, and AOV.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Cross-Filtering: Fully interactive cross-highlighting across all visual elements.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Interactive Web Dashboard (.html)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File: dashboard/index.html with data.js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Zero Dependency: Double-clickable in any browser without needing Power BI installed.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Real-Time Slicers: Filter by Year, Month, Region, Category, and Live Product Search.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Dynamic Recalculations: Instant updates to all 4 KPI cards and 4 Chart.js visuals.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Transaction Drilldown: Searchable preview table displaying filtered row items.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Business Insights (Empirically Derived)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Coastal Market Leadership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West ($725.5K; 31.6%) and East ($678.8K; 29.6%) drive 61.1% of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2. Q4 Holiday Peak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Sales peak in Nov ($118.4K). Q4 accounts for 36% of annual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3. Technology Leads Category Share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Technology generated $836.2K (36.4%), leading Furniture ($742K) and Supplies ($719K).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</a:defRPr>
            </a:pPr>
            <a:r>
              <a:t>4. Star SKU Concentration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Canon Copier alone generated $61.6K from only 20 units ($3,080/unit).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5. Healthy Repeat Ordering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793 clients average 6.3 orders each with an Average Order Value of $458.61.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1605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6. Furniture Discount Drag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Tables incurred -$17.7K net loss due to excessive discounting over 30%.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INTERNSHIP MINI PROJECT: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Strategic Recommendations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Executive Action Plan &amp; Future Roadmap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Cap Furniture Promotional Discounts: Enforce a strict 15% discount cap on Tables and Bookcases to eliminate margin losses (estimated $21K+ annual profit recovery).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Q4 Supply Chain Buffering: Ramp up inventory stocking for top 10 SKUs (copiers, binders, chairs) in August to maximize Q4 holiday fulfillment.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Southern Territory Expansion: Deploy dedicated commercial sales teams to underperforming metropolitan areas in the South (Atlanta, Dallas, Miami) to expand customer count from 793 to 1,200+.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B2B Loyalty Rebate Program: Introduce tiered order rebates on Office Supplies &amp; Tech consumables to incentivize cross-category purchasing and increase AOV from $458 to $525+.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Future Analytics Scope: Integrate predictive machine learning models (ARIMA for demand forecasting and RFM for customer churn risk analysis).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